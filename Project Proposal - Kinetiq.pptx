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32918400" cx="43891200"/>
  <p:notesSz cx="6858000" cy="9144000"/>
  <p:embeddedFontLst>
    <p:embeddedFont>
      <p:font typeface="Palatino Linotype"/>
      <p:regular r:id="rId6"/>
      <p:bold r:id="rId7"/>
      <p:italic r:id="rId8"/>
      <p:boldItalic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iq2NcXUa95/Y+jrbtpawh2o3ve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customschemas.google.com/relationships/presentationmetadata" Target="metadata"/><Relationship Id="rId9" Type="http://schemas.openxmlformats.org/officeDocument/2006/relationships/font" Target="fonts/PalatinoLinotype-boldItalic.fntdata"/><Relationship Id="rId5" Type="http://schemas.openxmlformats.org/officeDocument/2006/relationships/slide" Target="slides/slide1.xml"/><Relationship Id="rId6" Type="http://schemas.openxmlformats.org/officeDocument/2006/relationships/font" Target="fonts/PalatinoLinotype-regular.fntdata"/><Relationship Id="rId7" Type="http://schemas.openxmlformats.org/officeDocument/2006/relationships/font" Target="fonts/PalatinoLinotype-bold.fntdata"/><Relationship Id="rId8" Type="http://schemas.openxmlformats.org/officeDocument/2006/relationships/font" Target="fonts/PalatinoLinotype-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388a02bbc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a388a02bb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Logging apps (Hevy/Fitbod): good logs, weak/opaque load picks.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Programs (5/3/1, TM, Juggernaut): templates, not per-user, per-set.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Gap: per-user probabilistic strength tracking with transparent “why this weight” and PR ETA.</a:t>
            </a:r>
            <a:endParaRPr/>
          </a:p>
        </p:txBody>
      </p:sp>
      <p:sp>
        <p:nvSpPr>
          <p:cNvPr id="87" name="Google Shape;87;g3a388a02bb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3291840" y="5387342"/>
            <a:ext cx="37307520" cy="1146048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5486400" y="17289782"/>
            <a:ext cx="32918400" cy="794765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4800"/>
              </a:spcBef>
              <a:spcAft>
                <a:spcPts val="0"/>
              </a:spcAft>
              <a:buClr>
                <a:schemeClr val="dk1"/>
              </a:buClr>
              <a:buSzPts val="11520"/>
              <a:buNone/>
              <a:defRPr sz="11520"/>
            </a:lvl1pPr>
            <a:lvl2pPr lvl="1" algn="ctr">
              <a:lnSpc>
                <a:spcPct val="90000"/>
              </a:lnSpc>
              <a:spcBef>
                <a:spcPts val="2400"/>
              </a:spcBef>
              <a:spcAft>
                <a:spcPts val="0"/>
              </a:spcAft>
              <a:buClr>
                <a:schemeClr val="dk1"/>
              </a:buClr>
              <a:buSzPts val="9600"/>
              <a:buNone/>
              <a:defRPr sz="9600"/>
            </a:lvl2pPr>
            <a:lvl3pPr lvl="2" algn="ctr">
              <a:lnSpc>
                <a:spcPct val="90000"/>
              </a:lnSpc>
              <a:spcBef>
                <a:spcPts val="2400"/>
              </a:spcBef>
              <a:spcAft>
                <a:spcPts val="0"/>
              </a:spcAft>
              <a:buClr>
                <a:schemeClr val="dk1"/>
              </a:buClr>
              <a:buSzPts val="8640"/>
              <a:buNone/>
              <a:defRPr sz="8640"/>
            </a:lvl3pPr>
            <a:lvl4pPr lvl="3" algn="ctr">
              <a:lnSpc>
                <a:spcPct val="90000"/>
              </a:lnSpc>
              <a:spcBef>
                <a:spcPts val="2400"/>
              </a:spcBef>
              <a:spcAft>
                <a:spcPts val="0"/>
              </a:spcAft>
              <a:buClr>
                <a:schemeClr val="dk1"/>
              </a:buClr>
              <a:buSzPts val="7680"/>
              <a:buNone/>
              <a:defRPr sz="7680"/>
            </a:lvl4pPr>
            <a:lvl5pPr lvl="4" algn="ctr">
              <a:lnSpc>
                <a:spcPct val="90000"/>
              </a:lnSpc>
              <a:spcBef>
                <a:spcPts val="2400"/>
              </a:spcBef>
              <a:spcAft>
                <a:spcPts val="0"/>
              </a:spcAft>
              <a:buClr>
                <a:schemeClr val="dk1"/>
              </a:buClr>
              <a:buSzPts val="7680"/>
              <a:buNone/>
              <a:defRPr sz="7680"/>
            </a:lvl5pPr>
            <a:lvl6pPr lvl="5" algn="ctr">
              <a:lnSpc>
                <a:spcPct val="90000"/>
              </a:lnSpc>
              <a:spcBef>
                <a:spcPts val="2400"/>
              </a:spcBef>
              <a:spcAft>
                <a:spcPts val="0"/>
              </a:spcAft>
              <a:buClr>
                <a:schemeClr val="dk1"/>
              </a:buClr>
              <a:buSzPts val="7680"/>
              <a:buNone/>
              <a:defRPr sz="7680"/>
            </a:lvl6pPr>
            <a:lvl7pPr lvl="6" algn="ctr">
              <a:lnSpc>
                <a:spcPct val="90000"/>
              </a:lnSpc>
              <a:spcBef>
                <a:spcPts val="2400"/>
              </a:spcBef>
              <a:spcAft>
                <a:spcPts val="0"/>
              </a:spcAft>
              <a:buClr>
                <a:schemeClr val="dk1"/>
              </a:buClr>
              <a:buSzPts val="7680"/>
              <a:buNone/>
              <a:defRPr sz="7680"/>
            </a:lvl7pPr>
            <a:lvl8pPr lvl="7" algn="ctr">
              <a:lnSpc>
                <a:spcPct val="90000"/>
              </a:lnSpc>
              <a:spcBef>
                <a:spcPts val="2400"/>
              </a:spcBef>
              <a:spcAft>
                <a:spcPts val="0"/>
              </a:spcAft>
              <a:buClr>
                <a:schemeClr val="dk1"/>
              </a:buClr>
              <a:buSzPts val="7680"/>
              <a:buNone/>
              <a:defRPr sz="7680"/>
            </a:lvl8pPr>
            <a:lvl9pPr lvl="8" algn="ctr">
              <a:lnSpc>
                <a:spcPct val="90000"/>
              </a:lnSpc>
              <a:spcBef>
                <a:spcPts val="2400"/>
              </a:spcBef>
              <a:spcAft>
                <a:spcPts val="0"/>
              </a:spcAft>
              <a:buClr>
                <a:schemeClr val="dk1"/>
              </a:buClr>
              <a:buSzPts val="7680"/>
              <a:buNone/>
              <a:defRPr sz="7680"/>
            </a:lvl9pPr>
          </a:lstStyle>
          <a:p/>
        </p:txBody>
      </p:sp>
      <p:sp>
        <p:nvSpPr>
          <p:cNvPr id="18" name="Google Shape;18;p3"/>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3017520" y="8763000"/>
            <a:ext cx="378561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24" name="Google Shape;24;p4"/>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2994662" y="8206749"/>
            <a:ext cx="37856160" cy="1369313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2994662" y="22029429"/>
            <a:ext cx="37856160" cy="7200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sz="11520">
                <a:solidFill>
                  <a:schemeClr val="dk1"/>
                </a:solidFill>
              </a:defRPr>
            </a:lvl1pPr>
            <a:lvl2pPr indent="-228600" lvl="1" marL="914400" algn="l">
              <a:lnSpc>
                <a:spcPct val="90000"/>
              </a:lnSpc>
              <a:spcBef>
                <a:spcPts val="2400"/>
              </a:spcBef>
              <a:spcAft>
                <a:spcPts val="0"/>
              </a:spcAft>
              <a:buClr>
                <a:srgbClr val="888888"/>
              </a:buClr>
              <a:buSzPts val="9600"/>
              <a:buNone/>
              <a:defRPr sz="9600">
                <a:solidFill>
                  <a:srgbClr val="888888"/>
                </a:solidFill>
              </a:defRPr>
            </a:lvl2pPr>
            <a:lvl3pPr indent="-228600" lvl="2" marL="1371600" algn="l">
              <a:lnSpc>
                <a:spcPct val="90000"/>
              </a:lnSpc>
              <a:spcBef>
                <a:spcPts val="2400"/>
              </a:spcBef>
              <a:spcAft>
                <a:spcPts val="0"/>
              </a:spcAft>
              <a:buClr>
                <a:srgbClr val="888888"/>
              </a:buClr>
              <a:buSzPts val="8640"/>
              <a:buNone/>
              <a:defRPr sz="8640">
                <a:solidFill>
                  <a:srgbClr val="888888"/>
                </a:solidFill>
              </a:defRPr>
            </a:lvl3pPr>
            <a:lvl4pPr indent="-228600" lvl="3" marL="1828800" algn="l">
              <a:lnSpc>
                <a:spcPct val="90000"/>
              </a:lnSpc>
              <a:spcBef>
                <a:spcPts val="2400"/>
              </a:spcBef>
              <a:spcAft>
                <a:spcPts val="0"/>
              </a:spcAft>
              <a:buClr>
                <a:srgbClr val="888888"/>
              </a:buClr>
              <a:buSzPts val="7680"/>
              <a:buNone/>
              <a:defRPr sz="7680">
                <a:solidFill>
                  <a:srgbClr val="888888"/>
                </a:solidFill>
              </a:defRPr>
            </a:lvl4pPr>
            <a:lvl5pPr indent="-228600" lvl="4" marL="2286000" algn="l">
              <a:lnSpc>
                <a:spcPct val="90000"/>
              </a:lnSpc>
              <a:spcBef>
                <a:spcPts val="2400"/>
              </a:spcBef>
              <a:spcAft>
                <a:spcPts val="0"/>
              </a:spcAft>
              <a:buClr>
                <a:srgbClr val="888888"/>
              </a:buClr>
              <a:buSzPts val="7680"/>
              <a:buNone/>
              <a:defRPr sz="7680">
                <a:solidFill>
                  <a:srgbClr val="888888"/>
                </a:solidFill>
              </a:defRPr>
            </a:lvl5pPr>
            <a:lvl6pPr indent="-228600" lvl="5" marL="2743200" algn="l">
              <a:lnSpc>
                <a:spcPct val="90000"/>
              </a:lnSpc>
              <a:spcBef>
                <a:spcPts val="2400"/>
              </a:spcBef>
              <a:spcAft>
                <a:spcPts val="0"/>
              </a:spcAft>
              <a:buClr>
                <a:srgbClr val="888888"/>
              </a:buClr>
              <a:buSzPts val="7680"/>
              <a:buNone/>
              <a:defRPr sz="7680">
                <a:solidFill>
                  <a:srgbClr val="888888"/>
                </a:solidFill>
              </a:defRPr>
            </a:lvl6pPr>
            <a:lvl7pPr indent="-228600" lvl="6" marL="3200400" algn="l">
              <a:lnSpc>
                <a:spcPct val="90000"/>
              </a:lnSpc>
              <a:spcBef>
                <a:spcPts val="2400"/>
              </a:spcBef>
              <a:spcAft>
                <a:spcPts val="0"/>
              </a:spcAft>
              <a:buClr>
                <a:srgbClr val="888888"/>
              </a:buClr>
              <a:buSzPts val="7680"/>
              <a:buNone/>
              <a:defRPr sz="7680">
                <a:solidFill>
                  <a:srgbClr val="888888"/>
                </a:solidFill>
              </a:defRPr>
            </a:lvl7pPr>
            <a:lvl8pPr indent="-228600" lvl="7" marL="3657600" algn="l">
              <a:lnSpc>
                <a:spcPct val="90000"/>
              </a:lnSpc>
              <a:spcBef>
                <a:spcPts val="2400"/>
              </a:spcBef>
              <a:spcAft>
                <a:spcPts val="0"/>
              </a:spcAft>
              <a:buClr>
                <a:srgbClr val="888888"/>
              </a:buClr>
              <a:buSzPts val="7680"/>
              <a:buNone/>
              <a:defRPr sz="7680">
                <a:solidFill>
                  <a:srgbClr val="888888"/>
                </a:solidFill>
              </a:defRPr>
            </a:lvl8pPr>
            <a:lvl9pPr indent="-228600" lvl="8" marL="4114800" algn="l">
              <a:lnSpc>
                <a:spcPct val="90000"/>
              </a:lnSpc>
              <a:spcBef>
                <a:spcPts val="2400"/>
              </a:spcBef>
              <a:spcAft>
                <a:spcPts val="0"/>
              </a:spcAft>
              <a:buClr>
                <a:srgbClr val="888888"/>
              </a:buClr>
              <a:buSzPts val="7680"/>
              <a:buNone/>
              <a:defRPr sz="7680">
                <a:solidFill>
                  <a:srgbClr val="888888"/>
                </a:solidFill>
              </a:defRPr>
            </a:lvl9pPr>
          </a:lstStyle>
          <a:p/>
        </p:txBody>
      </p:sp>
      <p:sp>
        <p:nvSpPr>
          <p:cNvPr id="30" name="Google Shape;30;p5"/>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3017520" y="8763000"/>
            <a:ext cx="186537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36" name="Google Shape;36;p6"/>
          <p:cNvSpPr txBox="1"/>
          <p:nvPr>
            <p:ph idx="2" type="body"/>
          </p:nvPr>
        </p:nvSpPr>
        <p:spPr>
          <a:xfrm>
            <a:off x="22219920" y="8763000"/>
            <a:ext cx="186537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37" name="Google Shape;37;p6"/>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3023237"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3023242" y="8069582"/>
            <a:ext cx="18568032"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43" name="Google Shape;43;p7"/>
          <p:cNvSpPr txBox="1"/>
          <p:nvPr>
            <p:ph idx="2" type="body"/>
          </p:nvPr>
        </p:nvSpPr>
        <p:spPr>
          <a:xfrm>
            <a:off x="3023242" y="12024360"/>
            <a:ext cx="18568032"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44" name="Google Shape;44;p7"/>
          <p:cNvSpPr txBox="1"/>
          <p:nvPr>
            <p:ph idx="3" type="body"/>
          </p:nvPr>
        </p:nvSpPr>
        <p:spPr>
          <a:xfrm>
            <a:off x="22219922" y="8069582"/>
            <a:ext cx="18659477"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45" name="Google Shape;45;p7"/>
          <p:cNvSpPr txBox="1"/>
          <p:nvPr>
            <p:ph idx="4" type="body"/>
          </p:nvPr>
        </p:nvSpPr>
        <p:spPr>
          <a:xfrm>
            <a:off x="22219922" y="12024360"/>
            <a:ext cx="18659477"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46" name="Google Shape;46;p7"/>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 type="body"/>
          </p:nvPr>
        </p:nvSpPr>
        <p:spPr>
          <a:xfrm>
            <a:off x="18659477" y="4739647"/>
            <a:ext cx="22219920" cy="23393400"/>
          </a:xfrm>
          <a:prstGeom prst="rect">
            <a:avLst/>
          </a:prstGeom>
          <a:noFill/>
          <a:ln>
            <a:noFill/>
          </a:ln>
        </p:spPr>
        <p:txBody>
          <a:bodyPr anchorCtr="0" anchor="t" bIns="45700" lIns="91425" spcFirstLastPara="1" rIns="91425" wrap="square" tIns="45700">
            <a:normAutofit/>
          </a:bodyPr>
          <a:lstStyle>
            <a:lvl1pPr indent="-1203960" lvl="0" marL="457200" algn="l">
              <a:lnSpc>
                <a:spcPct val="90000"/>
              </a:lnSpc>
              <a:spcBef>
                <a:spcPts val="4800"/>
              </a:spcBef>
              <a:spcAft>
                <a:spcPts val="0"/>
              </a:spcAft>
              <a:buClr>
                <a:schemeClr val="dk1"/>
              </a:buClr>
              <a:buSzPts val="15360"/>
              <a:buChar char="•"/>
              <a:defRPr sz="15360"/>
            </a:lvl1pPr>
            <a:lvl2pPr indent="-1082040" lvl="1" marL="914400" algn="l">
              <a:lnSpc>
                <a:spcPct val="90000"/>
              </a:lnSpc>
              <a:spcBef>
                <a:spcPts val="2400"/>
              </a:spcBef>
              <a:spcAft>
                <a:spcPts val="0"/>
              </a:spcAft>
              <a:buClr>
                <a:schemeClr val="dk1"/>
              </a:buClr>
              <a:buSzPts val="13440"/>
              <a:buChar char="•"/>
              <a:defRPr sz="13439"/>
            </a:lvl2pPr>
            <a:lvl3pPr indent="-960120" lvl="2" marL="1371600" algn="l">
              <a:lnSpc>
                <a:spcPct val="90000"/>
              </a:lnSpc>
              <a:spcBef>
                <a:spcPts val="2400"/>
              </a:spcBef>
              <a:spcAft>
                <a:spcPts val="0"/>
              </a:spcAft>
              <a:buClr>
                <a:schemeClr val="dk1"/>
              </a:buClr>
              <a:buSzPts val="11520"/>
              <a:buChar char="•"/>
              <a:defRPr sz="11520"/>
            </a:lvl3pPr>
            <a:lvl4pPr indent="-838200" lvl="3" marL="1828800" algn="l">
              <a:lnSpc>
                <a:spcPct val="90000"/>
              </a:lnSpc>
              <a:spcBef>
                <a:spcPts val="2400"/>
              </a:spcBef>
              <a:spcAft>
                <a:spcPts val="0"/>
              </a:spcAft>
              <a:buClr>
                <a:schemeClr val="dk1"/>
              </a:buClr>
              <a:buSzPts val="9600"/>
              <a:buChar char="•"/>
              <a:defRPr sz="9600"/>
            </a:lvl4pPr>
            <a:lvl5pPr indent="-838200" lvl="4" marL="2286000" algn="l">
              <a:lnSpc>
                <a:spcPct val="90000"/>
              </a:lnSpc>
              <a:spcBef>
                <a:spcPts val="2400"/>
              </a:spcBef>
              <a:spcAft>
                <a:spcPts val="0"/>
              </a:spcAft>
              <a:buClr>
                <a:schemeClr val="dk1"/>
              </a:buClr>
              <a:buSzPts val="9600"/>
              <a:buChar char="•"/>
              <a:defRPr sz="9600"/>
            </a:lvl5pPr>
            <a:lvl6pPr indent="-838200" lvl="5" marL="2743200" algn="l">
              <a:lnSpc>
                <a:spcPct val="90000"/>
              </a:lnSpc>
              <a:spcBef>
                <a:spcPts val="2400"/>
              </a:spcBef>
              <a:spcAft>
                <a:spcPts val="0"/>
              </a:spcAft>
              <a:buClr>
                <a:schemeClr val="dk1"/>
              </a:buClr>
              <a:buSzPts val="9600"/>
              <a:buChar char="•"/>
              <a:defRPr sz="9600"/>
            </a:lvl6pPr>
            <a:lvl7pPr indent="-838200" lvl="6" marL="3200400" algn="l">
              <a:lnSpc>
                <a:spcPct val="90000"/>
              </a:lnSpc>
              <a:spcBef>
                <a:spcPts val="2400"/>
              </a:spcBef>
              <a:spcAft>
                <a:spcPts val="0"/>
              </a:spcAft>
              <a:buClr>
                <a:schemeClr val="dk1"/>
              </a:buClr>
              <a:buSzPts val="9600"/>
              <a:buChar char="•"/>
              <a:defRPr sz="9600"/>
            </a:lvl7pPr>
            <a:lvl8pPr indent="-838200" lvl="7" marL="3657600" algn="l">
              <a:lnSpc>
                <a:spcPct val="90000"/>
              </a:lnSpc>
              <a:spcBef>
                <a:spcPts val="2400"/>
              </a:spcBef>
              <a:spcAft>
                <a:spcPts val="0"/>
              </a:spcAft>
              <a:buClr>
                <a:schemeClr val="dk1"/>
              </a:buClr>
              <a:buSzPts val="9600"/>
              <a:buChar char="•"/>
              <a:defRPr sz="9600"/>
            </a:lvl8pPr>
            <a:lvl9pPr indent="-838200" lvl="8" marL="4114800" algn="l">
              <a:lnSpc>
                <a:spcPct val="90000"/>
              </a:lnSpc>
              <a:spcBef>
                <a:spcPts val="2400"/>
              </a:spcBef>
              <a:spcAft>
                <a:spcPts val="0"/>
              </a:spcAft>
              <a:buClr>
                <a:schemeClr val="dk1"/>
              </a:buClr>
              <a:buSzPts val="9600"/>
              <a:buChar char="•"/>
              <a:defRPr sz="9600"/>
            </a:lvl9pPr>
          </a:lstStyle>
          <a:p/>
        </p:txBody>
      </p:sp>
      <p:sp>
        <p:nvSpPr>
          <p:cNvPr id="61" name="Google Shape;61;p10"/>
          <p:cNvSpPr txBox="1"/>
          <p:nvPr>
            <p:ph idx="2" type="body"/>
          </p:nvPr>
        </p:nvSpPr>
        <p:spPr>
          <a:xfrm>
            <a:off x="3023237" y="9875520"/>
            <a:ext cx="14156054"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62" name="Google Shape;62;p10"/>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1"/>
          <p:cNvSpPr/>
          <p:nvPr>
            <p:ph idx="2" type="pic"/>
          </p:nvPr>
        </p:nvSpPr>
        <p:spPr>
          <a:xfrm>
            <a:off x="18659477" y="4739647"/>
            <a:ext cx="22219920" cy="23393400"/>
          </a:xfrm>
          <a:prstGeom prst="rect">
            <a:avLst/>
          </a:prstGeom>
          <a:noFill/>
          <a:ln>
            <a:noFill/>
          </a:ln>
        </p:spPr>
      </p:sp>
      <p:sp>
        <p:nvSpPr>
          <p:cNvPr id="68" name="Google Shape;68;p11"/>
          <p:cNvSpPr txBox="1"/>
          <p:nvPr>
            <p:ph idx="1" type="body"/>
          </p:nvPr>
        </p:nvSpPr>
        <p:spPr>
          <a:xfrm>
            <a:off x="3023237" y="9875520"/>
            <a:ext cx="14156054"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69" name="Google Shape;69;p11"/>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
          <p:cNvSpPr txBox="1"/>
          <p:nvPr>
            <p:ph idx="1" type="body"/>
          </p:nvPr>
        </p:nvSpPr>
        <p:spPr>
          <a:xfrm rot="5400000">
            <a:off x="11502389" y="278131"/>
            <a:ext cx="20886422" cy="3785616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75" name="Google Shape;75;p12"/>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22193251" y="10968991"/>
            <a:ext cx="27896822" cy="946404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 type="body"/>
          </p:nvPr>
        </p:nvSpPr>
        <p:spPr>
          <a:xfrm rot="5400000">
            <a:off x="2990851" y="1779271"/>
            <a:ext cx="27896822" cy="27843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81" name="Google Shape;81;p13"/>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1120"/>
              <a:buFont typeface="Calibri"/>
              <a:buNone/>
              <a:defRPr b="0" i="0" sz="2112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3017520" y="8763000"/>
            <a:ext cx="37856160" cy="20886422"/>
          </a:xfrm>
          <a:prstGeom prst="rect">
            <a:avLst/>
          </a:prstGeom>
          <a:noFill/>
          <a:ln>
            <a:noFill/>
          </a:ln>
        </p:spPr>
        <p:txBody>
          <a:bodyPr anchorCtr="0" anchor="t" bIns="45700" lIns="91425" spcFirstLastPara="1" rIns="91425" wrap="square" tIns="45700">
            <a:normAutofit/>
          </a:bodyPr>
          <a:lstStyle>
            <a:lvl1pPr indent="-1082040" lvl="0" marL="457200" marR="0" rtl="0" algn="l">
              <a:lnSpc>
                <a:spcPct val="90000"/>
              </a:lnSpc>
              <a:spcBef>
                <a:spcPts val="4800"/>
              </a:spcBef>
              <a:spcAft>
                <a:spcPts val="0"/>
              </a:spcAft>
              <a:buClr>
                <a:schemeClr val="dk1"/>
              </a:buClr>
              <a:buSzPts val="13440"/>
              <a:buFont typeface="Arial"/>
              <a:buChar char="•"/>
              <a:defRPr b="0" i="0" sz="13439" u="none" cap="none" strike="noStrike">
                <a:solidFill>
                  <a:schemeClr val="dk1"/>
                </a:solidFill>
                <a:latin typeface="Calibri"/>
                <a:ea typeface="Calibri"/>
                <a:cs typeface="Calibri"/>
                <a:sym typeface="Calibri"/>
              </a:defRPr>
            </a:lvl1pPr>
            <a:lvl2pPr indent="-960120" lvl="1" marL="914400" marR="0" rtl="0" algn="l">
              <a:lnSpc>
                <a:spcPct val="90000"/>
              </a:lnSpc>
              <a:spcBef>
                <a:spcPts val="2400"/>
              </a:spcBef>
              <a:spcAft>
                <a:spcPts val="0"/>
              </a:spcAft>
              <a:buClr>
                <a:schemeClr val="dk1"/>
              </a:buClr>
              <a:buSzPts val="11520"/>
              <a:buFont typeface="Arial"/>
              <a:buChar char="•"/>
              <a:defRPr b="0" i="0" sz="11520" u="none" cap="none" strike="noStrike">
                <a:solidFill>
                  <a:schemeClr val="dk1"/>
                </a:solidFill>
                <a:latin typeface="Calibri"/>
                <a:ea typeface="Calibri"/>
                <a:cs typeface="Calibri"/>
                <a:sym typeface="Calibri"/>
              </a:defRPr>
            </a:lvl2pPr>
            <a:lvl3pPr indent="-838200" lvl="2" marL="1371600" marR="0" rtl="0" algn="l">
              <a:lnSpc>
                <a:spcPct val="90000"/>
              </a:lnSpc>
              <a:spcBef>
                <a:spcPts val="24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9pPr>
          </a:lstStyle>
          <a:p/>
        </p:txBody>
      </p:sp>
      <p:sp>
        <p:nvSpPr>
          <p:cNvPr id="12" name="Google Shape;12;p2"/>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576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9pPr>
          </a:lstStyle>
          <a:p/>
        </p:txBody>
      </p:sp>
      <p:sp>
        <p:nvSpPr>
          <p:cNvPr id="13" name="Google Shape;13;p2"/>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576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9pPr>
          </a:lstStyle>
          <a:p/>
        </p:txBody>
      </p:sp>
      <p:sp>
        <p:nvSpPr>
          <p:cNvPr id="14" name="Google Shape;14;p2"/>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5760" u="none" cap="none" strike="noStrike">
                <a:solidFill>
                  <a:srgbClr val="888888"/>
                </a:solidFill>
                <a:latin typeface="Calibri"/>
                <a:ea typeface="Calibri"/>
                <a:cs typeface="Calibri"/>
                <a:sym typeface="Calibri"/>
              </a:defRPr>
            </a:lvl1pPr>
            <a:lvl2pPr indent="0" lvl="1" marL="0" marR="0" rtl="0" algn="r">
              <a:spcBef>
                <a:spcPts val="0"/>
              </a:spcBef>
              <a:buNone/>
              <a:defRPr b="0" i="0" sz="5760" u="none" cap="none" strike="noStrike">
                <a:solidFill>
                  <a:srgbClr val="888888"/>
                </a:solidFill>
                <a:latin typeface="Calibri"/>
                <a:ea typeface="Calibri"/>
                <a:cs typeface="Calibri"/>
                <a:sym typeface="Calibri"/>
              </a:defRPr>
            </a:lvl2pPr>
            <a:lvl3pPr indent="0" lvl="2" marL="0" marR="0" rtl="0" algn="r">
              <a:spcBef>
                <a:spcPts val="0"/>
              </a:spcBef>
              <a:buNone/>
              <a:defRPr b="0" i="0" sz="5760" u="none" cap="none" strike="noStrike">
                <a:solidFill>
                  <a:srgbClr val="888888"/>
                </a:solidFill>
                <a:latin typeface="Calibri"/>
                <a:ea typeface="Calibri"/>
                <a:cs typeface="Calibri"/>
                <a:sym typeface="Calibri"/>
              </a:defRPr>
            </a:lvl3pPr>
            <a:lvl4pPr indent="0" lvl="3" marL="0" marR="0" rtl="0" algn="r">
              <a:spcBef>
                <a:spcPts val="0"/>
              </a:spcBef>
              <a:buNone/>
              <a:defRPr b="0" i="0" sz="5760" u="none" cap="none" strike="noStrike">
                <a:solidFill>
                  <a:srgbClr val="888888"/>
                </a:solidFill>
                <a:latin typeface="Calibri"/>
                <a:ea typeface="Calibri"/>
                <a:cs typeface="Calibri"/>
                <a:sym typeface="Calibri"/>
              </a:defRPr>
            </a:lvl4pPr>
            <a:lvl5pPr indent="0" lvl="4" marL="0" marR="0" rtl="0" algn="r">
              <a:spcBef>
                <a:spcPts val="0"/>
              </a:spcBef>
              <a:buNone/>
              <a:defRPr b="0" i="0" sz="5760" u="none" cap="none" strike="noStrike">
                <a:solidFill>
                  <a:srgbClr val="888888"/>
                </a:solidFill>
                <a:latin typeface="Calibri"/>
                <a:ea typeface="Calibri"/>
                <a:cs typeface="Calibri"/>
                <a:sym typeface="Calibri"/>
              </a:defRPr>
            </a:lvl5pPr>
            <a:lvl6pPr indent="0" lvl="5" marL="0" marR="0" rtl="0" algn="r">
              <a:spcBef>
                <a:spcPts val="0"/>
              </a:spcBef>
              <a:buNone/>
              <a:defRPr b="0" i="0" sz="5760" u="none" cap="none" strike="noStrike">
                <a:solidFill>
                  <a:srgbClr val="888888"/>
                </a:solidFill>
                <a:latin typeface="Calibri"/>
                <a:ea typeface="Calibri"/>
                <a:cs typeface="Calibri"/>
                <a:sym typeface="Calibri"/>
              </a:defRPr>
            </a:lvl6pPr>
            <a:lvl7pPr indent="0" lvl="6" marL="0" marR="0" rtl="0" algn="r">
              <a:spcBef>
                <a:spcPts val="0"/>
              </a:spcBef>
              <a:buNone/>
              <a:defRPr b="0" i="0" sz="5760" u="none" cap="none" strike="noStrike">
                <a:solidFill>
                  <a:srgbClr val="888888"/>
                </a:solidFill>
                <a:latin typeface="Calibri"/>
                <a:ea typeface="Calibri"/>
                <a:cs typeface="Calibri"/>
                <a:sym typeface="Calibri"/>
              </a:defRPr>
            </a:lvl7pPr>
            <a:lvl8pPr indent="0" lvl="7" marL="0" marR="0" rtl="0" algn="r">
              <a:spcBef>
                <a:spcPts val="0"/>
              </a:spcBef>
              <a:buNone/>
              <a:defRPr b="0" i="0" sz="5760" u="none" cap="none" strike="noStrike">
                <a:solidFill>
                  <a:srgbClr val="888888"/>
                </a:solidFill>
                <a:latin typeface="Calibri"/>
                <a:ea typeface="Calibri"/>
                <a:cs typeface="Calibri"/>
                <a:sym typeface="Calibri"/>
              </a:defRPr>
            </a:lvl8pPr>
            <a:lvl9pPr indent="0" lvl="8" marL="0" marR="0" rtl="0" algn="r">
              <a:spcBef>
                <a:spcPts val="0"/>
              </a:spcBef>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a388a02bbc_0_0"/>
          <p:cNvSpPr/>
          <p:nvPr/>
        </p:nvSpPr>
        <p:spPr>
          <a:xfrm>
            <a:off x="29718000" y="5943600"/>
            <a:ext cx="13957200" cy="25603200"/>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6600"/>
              <a:buFont typeface="Arial"/>
              <a:buNone/>
            </a:pPr>
            <a:r>
              <a:rPr b="1" lang="en-US" sz="8100">
                <a:solidFill>
                  <a:srgbClr val="113595"/>
                </a:solidFill>
              </a:rPr>
              <a:t>Build &amp; Team</a:t>
            </a:r>
            <a:endParaRPr b="1" sz="6900">
              <a:solidFill>
                <a:srgbClr val="113595"/>
              </a:solidFill>
            </a:endParaRPr>
          </a:p>
          <a:p>
            <a:pPr indent="0" lvl="0" marL="0" rtl="0" algn="l">
              <a:spcBef>
                <a:spcPts val="0"/>
              </a:spcBef>
              <a:spcAft>
                <a:spcPts val="0"/>
              </a:spcAft>
              <a:buClr>
                <a:schemeClr val="dk1"/>
              </a:buClr>
              <a:buSzPts val="5400"/>
              <a:buFont typeface="Arial"/>
              <a:buNone/>
            </a:pPr>
            <a:r>
              <a:rPr b="1" lang="en-US" sz="6900">
                <a:solidFill>
                  <a:srgbClr val="113595"/>
                </a:solidFill>
              </a:rPr>
              <a:t>Tech</a:t>
            </a:r>
            <a:endParaRPr b="1" sz="6900">
              <a:solidFill>
                <a:srgbClr val="113595"/>
              </a:solidFill>
            </a:endParaRPr>
          </a:p>
          <a:p>
            <a:pPr indent="-463550" lvl="0" marL="457200" rtl="0" algn="l">
              <a:spcBef>
                <a:spcPts val="0"/>
              </a:spcBef>
              <a:spcAft>
                <a:spcPts val="0"/>
              </a:spcAft>
              <a:buClr>
                <a:schemeClr val="dk1"/>
              </a:buClr>
              <a:buSzPts val="5500"/>
              <a:buChar char="●"/>
            </a:pPr>
            <a:r>
              <a:rPr b="1" lang="en-US" sz="5500">
                <a:solidFill>
                  <a:schemeClr val="dk1"/>
                </a:solidFill>
              </a:rPr>
              <a:t>App</a:t>
            </a:r>
            <a:r>
              <a:rPr lang="en-US" sz="5500">
                <a:solidFill>
                  <a:schemeClr val="dk1"/>
                </a:solidFill>
              </a:rPr>
              <a:t>: SwiftUI + Swift Charts (on-device calc: e1RM, EMA, Kalman).</a:t>
            </a:r>
            <a:endParaRPr sz="5500">
              <a:solidFill>
                <a:schemeClr val="dk1"/>
              </a:solidFill>
            </a:endParaRPr>
          </a:p>
          <a:p>
            <a:pPr indent="-463550" lvl="0" marL="457200" rtl="0" algn="l">
              <a:spcBef>
                <a:spcPts val="0"/>
              </a:spcBef>
              <a:spcAft>
                <a:spcPts val="0"/>
              </a:spcAft>
              <a:buClr>
                <a:schemeClr val="dk1"/>
              </a:buClr>
              <a:buSzPts val="5500"/>
              <a:buChar char="●"/>
            </a:pPr>
            <a:r>
              <a:rPr b="1" lang="en-US" sz="5500">
                <a:solidFill>
                  <a:schemeClr val="dk1"/>
                </a:solidFill>
              </a:rPr>
              <a:t>Backend</a:t>
            </a:r>
            <a:r>
              <a:rPr lang="en-US" sz="5500">
                <a:solidFill>
                  <a:schemeClr val="dk1"/>
                </a:solidFill>
              </a:rPr>
              <a:t>: Plain SQL (T-SQL/SQL Server) via small REST bridge.</a:t>
            </a:r>
            <a:endParaRPr sz="5500">
              <a:solidFill>
                <a:schemeClr val="dk1"/>
              </a:solidFill>
            </a:endParaRPr>
          </a:p>
          <a:p>
            <a:pPr indent="-463550" lvl="0" marL="457200" rtl="0" algn="l">
              <a:spcBef>
                <a:spcPts val="0"/>
              </a:spcBef>
              <a:spcAft>
                <a:spcPts val="0"/>
              </a:spcAft>
              <a:buClr>
                <a:schemeClr val="dk1"/>
              </a:buClr>
              <a:buSzPts val="5500"/>
              <a:buChar char="●"/>
            </a:pPr>
            <a:r>
              <a:rPr b="1" lang="en-US" sz="5500">
                <a:solidFill>
                  <a:schemeClr val="dk1"/>
                </a:solidFill>
              </a:rPr>
              <a:t>Sync</a:t>
            </a:r>
            <a:r>
              <a:rPr lang="en-US" sz="5500">
                <a:solidFill>
                  <a:schemeClr val="dk1"/>
                </a:solidFill>
              </a:rPr>
              <a:t>: JSON with URLSession; local cache; CSV export.</a:t>
            </a:r>
            <a:endParaRPr sz="5500">
              <a:solidFill>
                <a:schemeClr val="dk1"/>
              </a:solidFill>
            </a:endParaRPr>
          </a:p>
          <a:p>
            <a:pPr indent="-463550" lvl="0" marL="457200" rtl="0" algn="l">
              <a:spcBef>
                <a:spcPts val="0"/>
              </a:spcBef>
              <a:spcAft>
                <a:spcPts val="0"/>
              </a:spcAft>
              <a:buClr>
                <a:schemeClr val="dk1"/>
              </a:buClr>
              <a:buSzPts val="5500"/>
              <a:buChar char="●"/>
            </a:pPr>
            <a:r>
              <a:rPr b="1" lang="en-US" sz="5500">
                <a:solidFill>
                  <a:schemeClr val="dk1"/>
                </a:solidFill>
              </a:rPr>
              <a:t>Privacy</a:t>
            </a:r>
            <a:r>
              <a:rPr lang="en-US" sz="5500">
                <a:solidFill>
                  <a:schemeClr val="dk1"/>
                </a:solidFill>
              </a:rPr>
              <a:t>: On-device by default; opt-in sync.</a:t>
            </a:r>
            <a:endParaRPr sz="5500">
              <a:solidFill>
                <a:schemeClr val="dk1"/>
              </a:solidFill>
            </a:endParaRPr>
          </a:p>
          <a:p>
            <a:pPr indent="0" lvl="0" marL="457200" rtl="0" algn="l">
              <a:spcBef>
                <a:spcPts val="0"/>
              </a:spcBef>
              <a:spcAft>
                <a:spcPts val="0"/>
              </a:spcAft>
              <a:buNone/>
            </a:pPr>
            <a:r>
              <a:t/>
            </a:r>
            <a:endParaRPr sz="5500">
              <a:solidFill>
                <a:schemeClr val="dk1"/>
              </a:solidFill>
            </a:endParaRPr>
          </a:p>
          <a:p>
            <a:pPr indent="0" lvl="0" marL="0" rtl="0" algn="l">
              <a:spcBef>
                <a:spcPts val="0"/>
              </a:spcBef>
              <a:spcAft>
                <a:spcPts val="0"/>
              </a:spcAft>
              <a:buSzPts val="5400"/>
              <a:buNone/>
            </a:pPr>
            <a:r>
              <a:rPr b="1" lang="en-US" sz="6900">
                <a:solidFill>
                  <a:srgbClr val="113595"/>
                </a:solidFill>
              </a:rPr>
              <a:t>Success Measures </a:t>
            </a:r>
            <a:endParaRPr b="1" sz="6900">
              <a:solidFill>
                <a:srgbClr val="113595"/>
              </a:solidFill>
            </a:endParaRPr>
          </a:p>
          <a:p>
            <a:pPr indent="-488950" lvl="0" marL="457200" rtl="0" algn="l">
              <a:spcBef>
                <a:spcPts val="0"/>
              </a:spcBef>
              <a:spcAft>
                <a:spcPts val="0"/>
              </a:spcAft>
              <a:buClr>
                <a:schemeClr val="dk1"/>
              </a:buClr>
              <a:buSzPts val="5900"/>
              <a:buChar char="●"/>
            </a:pPr>
            <a:r>
              <a:rPr lang="en-US" sz="5900">
                <a:solidFill>
                  <a:schemeClr val="dk1"/>
                </a:solidFill>
              </a:rPr>
              <a:t>% sets in target RIR.</a:t>
            </a:r>
            <a:endParaRPr sz="5900">
              <a:solidFill>
                <a:schemeClr val="dk1"/>
              </a:solidFill>
            </a:endParaRPr>
          </a:p>
          <a:p>
            <a:pPr indent="-488950" lvl="0" marL="457200" rtl="0" algn="l">
              <a:spcBef>
                <a:spcPts val="0"/>
              </a:spcBef>
              <a:spcAft>
                <a:spcPts val="0"/>
              </a:spcAft>
              <a:buClr>
                <a:schemeClr val="dk1"/>
              </a:buClr>
              <a:buSzPts val="5900"/>
              <a:buChar char="●"/>
            </a:pPr>
            <a:r>
              <a:rPr lang="en-US" sz="5900">
                <a:solidFill>
                  <a:schemeClr val="dk1"/>
                </a:solidFill>
              </a:rPr>
              <a:t>PR ETA accuracy.</a:t>
            </a:r>
            <a:endParaRPr sz="5900">
              <a:solidFill>
                <a:schemeClr val="dk1"/>
              </a:solidFill>
            </a:endParaRPr>
          </a:p>
          <a:p>
            <a:pPr indent="-488950" lvl="0" marL="457200" rtl="0" algn="l">
              <a:spcBef>
                <a:spcPts val="0"/>
              </a:spcBef>
              <a:spcAft>
                <a:spcPts val="0"/>
              </a:spcAft>
              <a:buClr>
                <a:schemeClr val="dk1"/>
              </a:buClr>
              <a:buSzPts val="5900"/>
              <a:buChar char="●"/>
            </a:pPr>
            <a:r>
              <a:rPr lang="en-US" sz="5900">
                <a:solidFill>
                  <a:schemeClr val="dk1"/>
                </a:solidFill>
              </a:rPr>
              <a:t>Fail rate ↓; user adherence ↑</a:t>
            </a:r>
            <a:endParaRPr sz="5900">
              <a:solidFill>
                <a:schemeClr val="dk1"/>
              </a:solidFill>
            </a:endParaRPr>
          </a:p>
          <a:p>
            <a:pPr indent="0" lvl="0" marL="457200" rtl="0" algn="l">
              <a:spcBef>
                <a:spcPts val="0"/>
              </a:spcBef>
              <a:spcAft>
                <a:spcPts val="0"/>
              </a:spcAft>
              <a:buNone/>
            </a:pPr>
            <a:r>
              <a:t/>
            </a:r>
            <a:endParaRPr sz="5900">
              <a:solidFill>
                <a:schemeClr val="dk1"/>
              </a:solidFill>
            </a:endParaRPr>
          </a:p>
          <a:p>
            <a:pPr indent="0" lvl="0" marL="0" rtl="0" algn="l">
              <a:spcBef>
                <a:spcPts val="0"/>
              </a:spcBef>
              <a:spcAft>
                <a:spcPts val="0"/>
              </a:spcAft>
              <a:buNone/>
            </a:pPr>
            <a:r>
              <a:rPr b="1" lang="en-US" sz="6900">
                <a:solidFill>
                  <a:srgbClr val="113595"/>
                </a:solidFill>
              </a:rPr>
              <a:t>Team Roles</a:t>
            </a:r>
            <a:endParaRPr b="1" sz="6900">
              <a:solidFill>
                <a:srgbClr val="113595"/>
              </a:solidFill>
            </a:endParaRPr>
          </a:p>
          <a:p>
            <a:pPr indent="-476250" lvl="0" marL="457200" rtl="0" algn="l">
              <a:spcBef>
                <a:spcPts val="0"/>
              </a:spcBef>
              <a:spcAft>
                <a:spcPts val="0"/>
              </a:spcAft>
              <a:buClr>
                <a:schemeClr val="dk1"/>
              </a:buClr>
              <a:buSzPts val="5700"/>
              <a:buChar char="●"/>
            </a:pPr>
            <a:r>
              <a:rPr b="1" lang="en-US" sz="5700">
                <a:solidFill>
                  <a:schemeClr val="dk1"/>
                </a:solidFill>
              </a:rPr>
              <a:t>Rajveer: iOS App/UI</a:t>
            </a:r>
            <a:r>
              <a:rPr lang="en-US" sz="5700">
                <a:solidFill>
                  <a:schemeClr val="dk1"/>
                </a:solidFill>
              </a:rPr>
              <a:t>: SwiftUI screens, charts, offline cache, accessibility.</a:t>
            </a:r>
            <a:endParaRPr sz="5700">
              <a:solidFill>
                <a:schemeClr val="dk1"/>
              </a:solidFill>
            </a:endParaRPr>
          </a:p>
          <a:p>
            <a:pPr indent="-476250" lvl="0" marL="457200" rtl="0" algn="l">
              <a:spcBef>
                <a:spcPts val="0"/>
              </a:spcBef>
              <a:spcAft>
                <a:spcPts val="0"/>
              </a:spcAft>
              <a:buClr>
                <a:schemeClr val="dk1"/>
              </a:buClr>
              <a:buSzPts val="5700"/>
              <a:buChar char="●"/>
            </a:pPr>
            <a:r>
              <a:rPr b="1" lang="en-US" sz="5700">
                <a:solidFill>
                  <a:schemeClr val="dk1"/>
                </a:solidFill>
              </a:rPr>
              <a:t>Matthew: ML/Algorithms</a:t>
            </a:r>
            <a:r>
              <a:rPr lang="en-US" sz="5700">
                <a:solidFill>
                  <a:schemeClr val="dk1"/>
                </a:solidFill>
              </a:rPr>
              <a:t>: e1RM/EMA funcs, Kalman, load picker, PR ETA.</a:t>
            </a:r>
            <a:endParaRPr sz="5700">
              <a:solidFill>
                <a:schemeClr val="dk1"/>
              </a:solidFill>
            </a:endParaRPr>
          </a:p>
          <a:p>
            <a:pPr indent="-476250" lvl="0" marL="457200" rtl="0" algn="l">
              <a:spcBef>
                <a:spcPts val="0"/>
              </a:spcBef>
              <a:spcAft>
                <a:spcPts val="0"/>
              </a:spcAft>
              <a:buClr>
                <a:schemeClr val="dk1"/>
              </a:buClr>
              <a:buSzPts val="5700"/>
              <a:buChar char="●"/>
            </a:pPr>
            <a:r>
              <a:rPr b="1" lang="en-US" sz="5700">
                <a:solidFill>
                  <a:schemeClr val="dk1"/>
                </a:solidFill>
              </a:rPr>
              <a:t>Moises: Backend/SQL</a:t>
            </a:r>
            <a:r>
              <a:rPr lang="en-US" sz="5700">
                <a:solidFill>
                  <a:schemeClr val="dk1"/>
                </a:solidFill>
              </a:rPr>
              <a:t>: schema, prepared queries, REST endpoints, auth.</a:t>
            </a:r>
            <a:endParaRPr sz="5700">
              <a:solidFill>
                <a:schemeClr val="dk1"/>
              </a:solidFill>
            </a:endParaRPr>
          </a:p>
          <a:p>
            <a:pPr indent="-476250" lvl="0" marL="457200" rtl="0" algn="l">
              <a:spcBef>
                <a:spcPts val="0"/>
              </a:spcBef>
              <a:spcAft>
                <a:spcPts val="0"/>
              </a:spcAft>
              <a:buClr>
                <a:schemeClr val="dk1"/>
              </a:buClr>
              <a:buSzPts val="5700"/>
              <a:buChar char="●"/>
            </a:pPr>
            <a:r>
              <a:rPr b="1" lang="en-US" sz="5700">
                <a:solidFill>
                  <a:schemeClr val="dk1"/>
                </a:solidFill>
              </a:rPr>
              <a:t>Oscar: QA &amp; Data</a:t>
            </a:r>
            <a:r>
              <a:rPr lang="en-US" sz="5700">
                <a:solidFill>
                  <a:schemeClr val="dk1"/>
                </a:solidFill>
              </a:rPr>
              <a:t>: synthetic data, test plans, telemetry, docs &amp; poster.</a:t>
            </a:r>
            <a:endParaRPr sz="5700">
              <a:solidFill>
                <a:schemeClr val="dk1"/>
              </a:solidFill>
            </a:endParaRPr>
          </a:p>
        </p:txBody>
      </p:sp>
      <p:sp>
        <p:nvSpPr>
          <p:cNvPr id="90" name="Google Shape;90;g3a388a02bbc_0_0"/>
          <p:cNvSpPr/>
          <p:nvPr/>
        </p:nvSpPr>
        <p:spPr>
          <a:xfrm>
            <a:off x="457198" y="5029200"/>
            <a:ext cx="42976800" cy="457200"/>
          </a:xfrm>
          <a:prstGeom prst="rect">
            <a:avLst/>
          </a:prstGeom>
          <a:solidFill>
            <a:srgbClr val="FFC72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58" u="none" cap="none" strike="noStrike">
              <a:solidFill>
                <a:schemeClr val="lt1"/>
              </a:solidFill>
              <a:latin typeface="Calibri"/>
              <a:ea typeface="Calibri"/>
              <a:cs typeface="Calibri"/>
              <a:sym typeface="Calibri"/>
            </a:endParaRPr>
          </a:p>
        </p:txBody>
      </p:sp>
      <p:sp>
        <p:nvSpPr>
          <p:cNvPr id="91" name="Google Shape;91;g3a388a02bbc_0_0"/>
          <p:cNvSpPr/>
          <p:nvPr/>
        </p:nvSpPr>
        <p:spPr>
          <a:xfrm>
            <a:off x="457198" y="457200"/>
            <a:ext cx="42976800" cy="4572000"/>
          </a:xfrm>
          <a:prstGeom prst="rect">
            <a:avLst/>
          </a:prstGeom>
          <a:solidFill>
            <a:srgbClr val="11359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58" u="none" cap="none" strike="noStrike">
              <a:solidFill>
                <a:schemeClr val="lt1"/>
              </a:solidFill>
              <a:latin typeface="Calibri"/>
              <a:ea typeface="Calibri"/>
              <a:cs typeface="Calibri"/>
              <a:sym typeface="Calibri"/>
            </a:endParaRPr>
          </a:p>
        </p:txBody>
      </p:sp>
      <p:sp>
        <p:nvSpPr>
          <p:cNvPr id="92" name="Google Shape;92;g3a388a02bbc_0_0"/>
          <p:cNvSpPr/>
          <p:nvPr/>
        </p:nvSpPr>
        <p:spPr>
          <a:xfrm>
            <a:off x="457199" y="5943599"/>
            <a:ext cx="13716000" cy="25146000"/>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228600" rtl="0" algn="l">
              <a:spcBef>
                <a:spcPts val="0"/>
              </a:spcBef>
              <a:spcAft>
                <a:spcPts val="0"/>
              </a:spcAft>
              <a:buSzPts val="6600"/>
              <a:buNone/>
            </a:pPr>
            <a:r>
              <a:rPr b="1" lang="en-US" sz="7500">
                <a:solidFill>
                  <a:srgbClr val="113595"/>
                </a:solidFill>
              </a:rPr>
              <a:t>Overview &amp; Motivation</a:t>
            </a:r>
            <a:endParaRPr b="1" sz="7500">
              <a:solidFill>
                <a:srgbClr val="113595"/>
              </a:solidFill>
            </a:endParaRPr>
          </a:p>
          <a:p>
            <a:pPr indent="0" lvl="0" marL="228600" rtl="0" algn="l">
              <a:spcBef>
                <a:spcPts val="0"/>
              </a:spcBef>
              <a:spcAft>
                <a:spcPts val="0"/>
              </a:spcAft>
              <a:buSzPts val="5400"/>
              <a:buNone/>
            </a:pPr>
            <a:r>
              <a:rPr b="1" lang="en-US" sz="6300">
                <a:solidFill>
                  <a:srgbClr val="113595"/>
                </a:solidFill>
              </a:rPr>
              <a:t>What We’re Building &amp; Why it matters</a:t>
            </a:r>
            <a:endParaRPr b="1" sz="6300">
              <a:solidFill>
                <a:srgbClr val="113595"/>
              </a:solidFill>
            </a:endParaRPr>
          </a:p>
          <a:p>
            <a:pPr indent="-450850" lvl="0" marL="457200" rtl="0" algn="l">
              <a:spcBef>
                <a:spcPts val="0"/>
              </a:spcBef>
              <a:spcAft>
                <a:spcPts val="0"/>
              </a:spcAft>
              <a:buClr>
                <a:schemeClr val="dk1"/>
              </a:buClr>
              <a:buSzPts val="5300"/>
              <a:buChar char="●"/>
            </a:pPr>
            <a:r>
              <a:rPr lang="en-US" sz="5300">
                <a:solidFill>
                  <a:schemeClr val="dk1"/>
                </a:solidFill>
              </a:rPr>
              <a:t>We’re building a mobile app that suggests your next lift weight and even predicts when you’ll hit your next PR, all while clearly explaining </a:t>
            </a:r>
            <a:r>
              <a:rPr i="1" lang="en-US" sz="5300">
                <a:solidFill>
                  <a:schemeClr val="dk1"/>
                </a:solidFill>
              </a:rPr>
              <a:t>why</a:t>
            </a:r>
            <a:r>
              <a:rPr lang="en-US" sz="5300">
                <a:solidFill>
                  <a:schemeClr val="dk1"/>
                </a:solidFill>
              </a:rPr>
              <a:t> it recommends each load based on your recent sets. This matters because most lifters still guess what weight to use, which leads to stalled progress, missed lifts, and higher injury risk. Current logging apps only track what you did, and most training templates aren’t personalized or adaptive, leaving lifters without guidance. This app fills that gap with smart, individualized recommendations that actually make sense.</a:t>
            </a:r>
            <a:endParaRPr sz="5300">
              <a:solidFill>
                <a:schemeClr val="dk1"/>
              </a:solidFill>
            </a:endParaRPr>
          </a:p>
          <a:p>
            <a:pPr indent="0" lvl="0" marL="228600" rtl="0" algn="l">
              <a:spcBef>
                <a:spcPts val="0"/>
              </a:spcBef>
              <a:spcAft>
                <a:spcPts val="0"/>
              </a:spcAft>
              <a:buClr>
                <a:schemeClr val="dk1"/>
              </a:buClr>
              <a:buSzPts val="5400"/>
              <a:buFont typeface="Arial"/>
              <a:buNone/>
            </a:pPr>
            <a:r>
              <a:rPr b="1" lang="en-US" sz="6300">
                <a:solidFill>
                  <a:srgbClr val="113595"/>
                </a:solidFill>
              </a:rPr>
              <a:t>How it works</a:t>
            </a:r>
            <a:endParaRPr b="1" sz="6300">
              <a:solidFill>
                <a:srgbClr val="113595"/>
              </a:solidFill>
            </a:endParaRPr>
          </a:p>
          <a:p>
            <a:pPr indent="-222250" lvl="0" marL="228600" rtl="0" algn="l">
              <a:spcBef>
                <a:spcPts val="0"/>
              </a:spcBef>
              <a:spcAft>
                <a:spcPts val="0"/>
              </a:spcAft>
              <a:buClr>
                <a:schemeClr val="dk1"/>
              </a:buClr>
              <a:buSzPts val="5300"/>
              <a:buChar char="●"/>
            </a:pPr>
            <a:r>
              <a:rPr lang="en-US" sz="5300">
                <a:solidFill>
                  <a:schemeClr val="dk1"/>
                </a:solidFill>
              </a:rPr>
              <a:t>Compute e1RM (estimated one-rep max) from each set (uses weight, reps, RPE)</a:t>
            </a:r>
            <a:endParaRPr sz="5300">
              <a:solidFill>
                <a:schemeClr val="dk1"/>
              </a:solidFill>
            </a:endParaRPr>
          </a:p>
          <a:p>
            <a:pPr indent="-222250" lvl="0" marL="228600" rtl="0" algn="l">
              <a:spcBef>
                <a:spcPts val="0"/>
              </a:spcBef>
              <a:spcAft>
                <a:spcPts val="0"/>
              </a:spcAft>
              <a:buClr>
                <a:schemeClr val="dk1"/>
              </a:buClr>
              <a:buSzPts val="5300"/>
              <a:buChar char="●"/>
            </a:pPr>
            <a:r>
              <a:rPr lang="en-US" sz="5300">
                <a:solidFill>
                  <a:schemeClr val="dk1"/>
                </a:solidFill>
              </a:rPr>
              <a:t>Track true strength with a Kalman estimate (with confidence)</a:t>
            </a:r>
            <a:endParaRPr sz="5300">
              <a:solidFill>
                <a:schemeClr val="dk1"/>
              </a:solidFill>
            </a:endParaRPr>
          </a:p>
          <a:p>
            <a:pPr indent="-222250" lvl="0" marL="228600" rtl="0" algn="l">
              <a:spcBef>
                <a:spcPts val="0"/>
              </a:spcBef>
              <a:spcAft>
                <a:spcPts val="0"/>
              </a:spcAft>
              <a:buClr>
                <a:schemeClr val="dk1"/>
              </a:buClr>
              <a:buSzPts val="5300"/>
              <a:buChar char="●"/>
            </a:pPr>
            <a:r>
              <a:rPr lang="en-US" sz="5300">
                <a:solidFill>
                  <a:schemeClr val="dk1"/>
                </a:solidFill>
              </a:rPr>
              <a:t>Convert target e1RM → next load (plate-aware, capped jumps)</a:t>
            </a:r>
            <a:endParaRPr sz="5300">
              <a:solidFill>
                <a:schemeClr val="dk1"/>
              </a:solidFill>
            </a:endParaRPr>
          </a:p>
          <a:p>
            <a:pPr indent="0" lvl="0" marL="228600" rtl="0" algn="l">
              <a:spcBef>
                <a:spcPts val="0"/>
              </a:spcBef>
              <a:spcAft>
                <a:spcPts val="0"/>
              </a:spcAft>
              <a:buClr>
                <a:schemeClr val="dk1"/>
              </a:buClr>
              <a:buSzPts val="5400"/>
              <a:buFont typeface="Arial"/>
              <a:buNone/>
            </a:pPr>
            <a:r>
              <a:rPr b="1" lang="en-US" sz="6300">
                <a:solidFill>
                  <a:srgbClr val="113595"/>
                </a:solidFill>
              </a:rPr>
              <a:t>Scope for this course</a:t>
            </a:r>
            <a:endParaRPr b="1" sz="6300">
              <a:solidFill>
                <a:srgbClr val="113595"/>
              </a:solidFill>
            </a:endParaRPr>
          </a:p>
          <a:p>
            <a:pPr indent="-222250" lvl="0" marL="228600" rtl="0" algn="l">
              <a:spcBef>
                <a:spcPts val="0"/>
              </a:spcBef>
              <a:spcAft>
                <a:spcPts val="0"/>
              </a:spcAft>
              <a:buClr>
                <a:schemeClr val="dk1"/>
              </a:buClr>
              <a:buSzPts val="5300"/>
              <a:buChar char="●"/>
            </a:pPr>
            <a:r>
              <a:rPr lang="en-US" sz="5300">
                <a:solidFill>
                  <a:schemeClr val="dk1"/>
                </a:solidFill>
              </a:rPr>
              <a:t>iOS app (Swift/SwiftUI) + SQL backend.</a:t>
            </a:r>
            <a:endParaRPr sz="5300">
              <a:solidFill>
                <a:schemeClr val="dk1"/>
              </a:solidFill>
            </a:endParaRPr>
          </a:p>
          <a:p>
            <a:pPr indent="-222250" lvl="0" marL="228600" rtl="0" algn="l">
              <a:spcBef>
                <a:spcPts val="0"/>
              </a:spcBef>
              <a:spcAft>
                <a:spcPts val="0"/>
              </a:spcAft>
              <a:buClr>
                <a:schemeClr val="dk1"/>
              </a:buClr>
              <a:buSzPts val="5300"/>
              <a:buChar char="●"/>
            </a:pPr>
            <a:r>
              <a:rPr lang="en-US" sz="5300">
                <a:solidFill>
                  <a:schemeClr val="dk1"/>
                </a:solidFill>
              </a:rPr>
              <a:t>Dashboard for Nutrition, Workouts, PR evaluation</a:t>
            </a:r>
            <a:endParaRPr sz="5300">
              <a:solidFill>
                <a:schemeClr val="dk1"/>
              </a:solidFill>
            </a:endParaRPr>
          </a:p>
        </p:txBody>
      </p:sp>
      <p:sp>
        <p:nvSpPr>
          <p:cNvPr id="93" name="Google Shape;93;g3a388a02bbc_0_0"/>
          <p:cNvSpPr/>
          <p:nvPr/>
        </p:nvSpPr>
        <p:spPr>
          <a:xfrm>
            <a:off x="15087600" y="5943600"/>
            <a:ext cx="13716000" cy="25146000"/>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6600"/>
              <a:buFont typeface="Arial"/>
              <a:buNone/>
            </a:pPr>
            <a:r>
              <a:rPr b="1" lang="en-US" sz="6900">
                <a:solidFill>
                  <a:srgbClr val="113595"/>
                </a:solidFill>
              </a:rPr>
              <a:t>How It Works &amp; Benefits</a:t>
            </a:r>
            <a:endParaRPr b="1" sz="5700">
              <a:solidFill>
                <a:srgbClr val="113595"/>
              </a:solidFill>
            </a:endParaRPr>
          </a:p>
          <a:p>
            <a:pPr indent="0" lvl="0" marL="0" rtl="0" algn="l">
              <a:spcBef>
                <a:spcPts val="0"/>
              </a:spcBef>
              <a:spcAft>
                <a:spcPts val="0"/>
              </a:spcAft>
              <a:buSzPts val="5400"/>
              <a:buNone/>
            </a:pPr>
            <a:r>
              <a:rPr b="1" lang="en-US" sz="5700">
                <a:solidFill>
                  <a:srgbClr val="113595"/>
                </a:solidFill>
              </a:rPr>
              <a:t>Core Idea</a:t>
            </a:r>
            <a:endParaRPr b="1" sz="5700">
              <a:solidFill>
                <a:srgbClr val="113595"/>
              </a:solidFill>
            </a:endParaRPr>
          </a:p>
          <a:p>
            <a:pPr indent="-412750" lvl="0" marL="457200" rtl="0" algn="l">
              <a:spcBef>
                <a:spcPts val="0"/>
              </a:spcBef>
              <a:spcAft>
                <a:spcPts val="0"/>
              </a:spcAft>
              <a:buClr>
                <a:schemeClr val="dk1"/>
              </a:buClr>
              <a:buSzPts val="4700"/>
              <a:buChar char="●"/>
            </a:pPr>
            <a:r>
              <a:rPr lang="en-US" sz="4700">
                <a:solidFill>
                  <a:schemeClr val="dk1"/>
                </a:solidFill>
              </a:rPr>
              <a:t>Compute e1RM from each set (weight, reps, RIR).</a:t>
            </a:r>
            <a:endParaRPr sz="4700">
              <a:solidFill>
                <a:schemeClr val="dk1"/>
              </a:solidFill>
            </a:endParaRPr>
          </a:p>
          <a:p>
            <a:pPr indent="-412750" lvl="0" marL="457200" rtl="0" algn="l">
              <a:spcBef>
                <a:spcPts val="0"/>
              </a:spcBef>
              <a:spcAft>
                <a:spcPts val="0"/>
              </a:spcAft>
              <a:buClr>
                <a:schemeClr val="dk1"/>
              </a:buClr>
              <a:buSzPts val="4700"/>
              <a:buChar char="●"/>
            </a:pPr>
            <a:r>
              <a:rPr lang="en-US" sz="4700">
                <a:solidFill>
                  <a:schemeClr val="dk1"/>
                </a:solidFill>
              </a:rPr>
              <a:t>Track true strength with a Kalman estimate (+ confidence).</a:t>
            </a:r>
            <a:endParaRPr sz="4700">
              <a:solidFill>
                <a:schemeClr val="dk1"/>
              </a:solidFill>
            </a:endParaRPr>
          </a:p>
          <a:p>
            <a:pPr indent="-412750" lvl="0" marL="457200" rtl="0" algn="l">
              <a:spcBef>
                <a:spcPts val="0"/>
              </a:spcBef>
              <a:spcAft>
                <a:spcPts val="0"/>
              </a:spcAft>
              <a:buClr>
                <a:schemeClr val="dk1"/>
              </a:buClr>
              <a:buSzPts val="4700"/>
              <a:buChar char="●"/>
            </a:pPr>
            <a:r>
              <a:rPr lang="en-US" sz="4700">
                <a:solidFill>
                  <a:schemeClr val="dk1"/>
                </a:solidFill>
              </a:rPr>
              <a:t>Convert target e1RM → next load (plate-aware, capped jumps).</a:t>
            </a:r>
            <a:endParaRPr sz="4700">
              <a:solidFill>
                <a:schemeClr val="dk1"/>
              </a:solidFill>
            </a:endParaRPr>
          </a:p>
          <a:p>
            <a:pPr indent="0" lvl="0" marL="0" rtl="0" algn="l">
              <a:spcBef>
                <a:spcPts val="0"/>
              </a:spcBef>
              <a:spcAft>
                <a:spcPts val="0"/>
              </a:spcAft>
              <a:buClr>
                <a:schemeClr val="dk1"/>
              </a:buClr>
              <a:buSzPts val="5400"/>
              <a:buFont typeface="Arial"/>
              <a:buNone/>
            </a:pPr>
            <a:r>
              <a:rPr b="1" lang="en-US" sz="5700">
                <a:solidFill>
                  <a:srgbClr val="113595"/>
                </a:solidFill>
              </a:rPr>
              <a:t>Why is This Better</a:t>
            </a:r>
            <a:endParaRPr b="1" sz="5700">
              <a:solidFill>
                <a:srgbClr val="113595"/>
              </a:solidFill>
            </a:endParaRPr>
          </a:p>
          <a:p>
            <a:pPr indent="-412750" lvl="0" marL="457200" rtl="0" algn="l">
              <a:spcBef>
                <a:spcPts val="0"/>
              </a:spcBef>
              <a:spcAft>
                <a:spcPts val="0"/>
              </a:spcAft>
              <a:buClr>
                <a:schemeClr val="dk1"/>
              </a:buClr>
              <a:buSzPts val="4700"/>
              <a:buChar char="●"/>
            </a:pPr>
            <a:r>
              <a:rPr b="1" lang="en-US" sz="4700">
                <a:solidFill>
                  <a:schemeClr val="dk1"/>
                </a:solidFill>
              </a:rPr>
              <a:t>Explainable</a:t>
            </a:r>
            <a:r>
              <a:rPr lang="en-US" sz="4700">
                <a:solidFill>
                  <a:schemeClr val="dk1"/>
                </a:solidFill>
              </a:rPr>
              <a:t>: shows why a load is suggested.</a:t>
            </a:r>
            <a:endParaRPr sz="4700">
              <a:solidFill>
                <a:schemeClr val="dk1"/>
              </a:solidFill>
            </a:endParaRPr>
          </a:p>
          <a:p>
            <a:pPr indent="-412750" lvl="0" marL="457200" rtl="0" algn="l">
              <a:spcBef>
                <a:spcPts val="0"/>
              </a:spcBef>
              <a:spcAft>
                <a:spcPts val="0"/>
              </a:spcAft>
              <a:buClr>
                <a:schemeClr val="dk1"/>
              </a:buClr>
              <a:buSzPts val="4700"/>
              <a:buChar char="●"/>
            </a:pPr>
            <a:r>
              <a:rPr b="1" lang="en-US" sz="4700">
                <a:solidFill>
                  <a:schemeClr val="dk1"/>
                </a:solidFill>
              </a:rPr>
              <a:t>Personalized</a:t>
            </a:r>
            <a:r>
              <a:rPr lang="en-US" sz="4700">
                <a:solidFill>
                  <a:schemeClr val="dk1"/>
                </a:solidFill>
              </a:rPr>
              <a:t>: adapts per lift, per user.</a:t>
            </a:r>
            <a:endParaRPr sz="4700">
              <a:solidFill>
                <a:schemeClr val="dk1"/>
              </a:solidFill>
            </a:endParaRPr>
          </a:p>
          <a:p>
            <a:pPr indent="-412750" lvl="0" marL="457200" rtl="0" algn="l">
              <a:spcBef>
                <a:spcPts val="0"/>
              </a:spcBef>
              <a:spcAft>
                <a:spcPts val="0"/>
              </a:spcAft>
              <a:buClr>
                <a:schemeClr val="dk1"/>
              </a:buClr>
              <a:buSzPts val="4700"/>
              <a:buChar char="●"/>
            </a:pPr>
            <a:r>
              <a:rPr b="1" lang="en-US" sz="4700">
                <a:solidFill>
                  <a:schemeClr val="dk1"/>
                </a:solidFill>
              </a:rPr>
              <a:t>Private &amp; fas</a:t>
            </a:r>
            <a:r>
              <a:rPr lang="en-US" sz="4700">
                <a:solidFill>
                  <a:schemeClr val="dk1"/>
                </a:solidFill>
              </a:rPr>
              <a:t>t: on-device math; works offline.</a:t>
            </a:r>
            <a:endParaRPr sz="4700">
              <a:solidFill>
                <a:schemeClr val="dk1"/>
              </a:solidFill>
            </a:endParaRPr>
          </a:p>
          <a:p>
            <a:pPr indent="-412750" lvl="0" marL="457200" rtl="0" algn="l">
              <a:spcBef>
                <a:spcPts val="0"/>
              </a:spcBef>
              <a:spcAft>
                <a:spcPts val="0"/>
              </a:spcAft>
              <a:buClr>
                <a:schemeClr val="dk1"/>
              </a:buClr>
              <a:buSzPts val="4700"/>
              <a:buChar char="●"/>
            </a:pPr>
            <a:r>
              <a:rPr b="1" lang="en-US" sz="4700">
                <a:solidFill>
                  <a:schemeClr val="dk1"/>
                </a:solidFill>
              </a:rPr>
              <a:t>Safer progress</a:t>
            </a:r>
            <a:r>
              <a:rPr lang="en-US" sz="4700">
                <a:solidFill>
                  <a:schemeClr val="dk1"/>
                </a:solidFill>
              </a:rPr>
              <a:t>: caps prevent reckless jumps.</a:t>
            </a:r>
            <a:endParaRPr sz="4700">
              <a:solidFill>
                <a:schemeClr val="dk1"/>
              </a:solidFill>
            </a:endParaRPr>
          </a:p>
          <a:p>
            <a:pPr indent="0" lvl="0" marL="0" rtl="0" algn="l">
              <a:spcBef>
                <a:spcPts val="0"/>
              </a:spcBef>
              <a:spcAft>
                <a:spcPts val="0"/>
              </a:spcAft>
              <a:buClr>
                <a:schemeClr val="dk1"/>
              </a:buClr>
              <a:buSzPts val="5400"/>
              <a:buFont typeface="Arial"/>
              <a:buNone/>
            </a:pPr>
            <a:r>
              <a:rPr b="1" lang="en-US" sz="5700">
                <a:solidFill>
                  <a:srgbClr val="113595"/>
                </a:solidFill>
              </a:rPr>
              <a:t>Key Outcomes</a:t>
            </a:r>
            <a:endParaRPr b="1" sz="5700">
              <a:solidFill>
                <a:srgbClr val="113595"/>
              </a:solidFill>
            </a:endParaRPr>
          </a:p>
          <a:p>
            <a:pPr indent="-412750" lvl="0" marL="457200" rtl="0" algn="l">
              <a:spcBef>
                <a:spcPts val="0"/>
              </a:spcBef>
              <a:spcAft>
                <a:spcPts val="0"/>
              </a:spcAft>
              <a:buClr>
                <a:schemeClr val="dk1"/>
              </a:buClr>
              <a:buSzPts val="4700"/>
              <a:buChar char="●"/>
            </a:pPr>
            <a:r>
              <a:rPr lang="en-US" sz="4700">
                <a:solidFill>
                  <a:schemeClr val="dk1"/>
                </a:solidFill>
              </a:rPr>
              <a:t>More sets in target RIR (1–3).</a:t>
            </a:r>
            <a:endParaRPr sz="4700">
              <a:solidFill>
                <a:schemeClr val="dk1"/>
              </a:solidFill>
            </a:endParaRPr>
          </a:p>
          <a:p>
            <a:pPr indent="-412750" lvl="0" marL="457200" rtl="0" algn="l">
              <a:spcBef>
                <a:spcPts val="0"/>
              </a:spcBef>
              <a:spcAft>
                <a:spcPts val="0"/>
              </a:spcAft>
              <a:buClr>
                <a:schemeClr val="dk1"/>
              </a:buClr>
              <a:buSzPts val="4700"/>
              <a:buChar char="●"/>
            </a:pPr>
            <a:r>
              <a:rPr lang="en-US" sz="4700">
                <a:solidFill>
                  <a:schemeClr val="dk1"/>
                </a:solidFill>
              </a:rPr>
              <a:t>Fewer failed attempts.</a:t>
            </a:r>
            <a:endParaRPr sz="4700">
              <a:solidFill>
                <a:schemeClr val="dk1"/>
              </a:solidFill>
            </a:endParaRPr>
          </a:p>
          <a:p>
            <a:pPr indent="-412750" lvl="0" marL="457200" rtl="0" algn="l">
              <a:spcBef>
                <a:spcPts val="0"/>
              </a:spcBef>
              <a:spcAft>
                <a:spcPts val="0"/>
              </a:spcAft>
              <a:buClr>
                <a:schemeClr val="dk1"/>
              </a:buClr>
              <a:buSzPts val="4700"/>
              <a:buChar char="●"/>
            </a:pPr>
            <a:r>
              <a:rPr lang="en-US" sz="4700">
                <a:solidFill>
                  <a:schemeClr val="dk1"/>
                </a:solidFill>
              </a:rPr>
              <a:t>PR ETA that improves as you train.</a:t>
            </a:r>
            <a:endParaRPr sz="4700">
              <a:solidFill>
                <a:schemeClr val="dk1"/>
              </a:solidFill>
            </a:endParaRPr>
          </a:p>
          <a:p>
            <a:pPr indent="0" lvl="0" marL="0" rtl="0" algn="l">
              <a:spcBef>
                <a:spcPts val="0"/>
              </a:spcBef>
              <a:spcAft>
                <a:spcPts val="0"/>
              </a:spcAft>
              <a:buSzPts val="4400"/>
              <a:buNone/>
            </a:pPr>
            <a:r>
              <a:t/>
            </a:r>
            <a:endParaRPr sz="4400">
              <a:solidFill>
                <a:schemeClr val="dk1"/>
              </a:solidFill>
            </a:endParaRPr>
          </a:p>
        </p:txBody>
      </p:sp>
      <p:sp>
        <p:nvSpPr>
          <p:cNvPr id="94" name="Google Shape;94;g3a388a02bbc_0_0"/>
          <p:cNvSpPr txBox="1"/>
          <p:nvPr/>
        </p:nvSpPr>
        <p:spPr>
          <a:xfrm>
            <a:off x="457198" y="31717199"/>
            <a:ext cx="25559100" cy="780000"/>
          </a:xfrm>
          <a:prstGeom prst="rect">
            <a:avLst/>
          </a:prstGeom>
          <a:solidFill>
            <a:srgbClr val="00857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4000">
                <a:solidFill>
                  <a:schemeClr val="lt1"/>
                </a:solidFill>
                <a:latin typeface="Palatino Linotype"/>
                <a:ea typeface="Palatino Linotype"/>
                <a:cs typeface="Palatino Linotype"/>
                <a:sym typeface="Palatino Linotype"/>
              </a:rPr>
              <a:t>       College of Natural Sciences, Mathematics, and Engineering</a:t>
            </a:r>
            <a:endParaRPr sz="4000">
              <a:solidFill>
                <a:schemeClr val="dk1"/>
              </a:solidFill>
              <a:latin typeface="Calibri"/>
              <a:ea typeface="Calibri"/>
              <a:cs typeface="Calibri"/>
              <a:sym typeface="Calibri"/>
            </a:endParaRPr>
          </a:p>
        </p:txBody>
      </p:sp>
      <p:sp>
        <p:nvSpPr>
          <p:cNvPr id="95" name="Google Shape;95;g3a388a02bbc_0_0"/>
          <p:cNvSpPr txBox="1"/>
          <p:nvPr/>
        </p:nvSpPr>
        <p:spPr>
          <a:xfrm>
            <a:off x="26016155" y="31546800"/>
            <a:ext cx="17417700" cy="250800"/>
          </a:xfrm>
          <a:prstGeom prst="rect">
            <a:avLst/>
          </a:prstGeom>
          <a:solidFill>
            <a:srgbClr val="FFC72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800">
              <a:solidFill>
                <a:schemeClr val="dk1"/>
              </a:solidFill>
              <a:latin typeface="Calibri"/>
              <a:ea typeface="Calibri"/>
              <a:cs typeface="Calibri"/>
              <a:sym typeface="Calibri"/>
            </a:endParaRPr>
          </a:p>
        </p:txBody>
      </p:sp>
      <p:sp>
        <p:nvSpPr>
          <p:cNvPr id="96" name="Google Shape;96;g3a388a02bbc_0_0"/>
          <p:cNvSpPr txBox="1"/>
          <p:nvPr/>
        </p:nvSpPr>
        <p:spPr>
          <a:xfrm>
            <a:off x="457198" y="31546800"/>
            <a:ext cx="693300" cy="694800"/>
          </a:xfrm>
          <a:prstGeom prst="rect">
            <a:avLst/>
          </a:prstGeom>
          <a:solidFill>
            <a:srgbClr val="FFC72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800">
              <a:solidFill>
                <a:schemeClr val="dk1"/>
              </a:solidFill>
              <a:latin typeface="Calibri"/>
              <a:ea typeface="Calibri"/>
              <a:cs typeface="Calibri"/>
              <a:sym typeface="Calibri"/>
            </a:endParaRPr>
          </a:p>
        </p:txBody>
      </p:sp>
      <p:sp>
        <p:nvSpPr>
          <p:cNvPr id="97" name="Google Shape;97;g3a388a02bbc_0_0"/>
          <p:cNvSpPr txBox="1"/>
          <p:nvPr/>
        </p:nvSpPr>
        <p:spPr>
          <a:xfrm>
            <a:off x="26014679" y="31793688"/>
            <a:ext cx="17419200" cy="704100"/>
          </a:xfrm>
          <a:prstGeom prst="rect">
            <a:avLst/>
          </a:prstGeom>
          <a:solidFill>
            <a:srgbClr val="11359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000">
                <a:solidFill>
                  <a:srgbClr val="FFFFFF"/>
                </a:solidFill>
                <a:latin typeface="Palatino Linotype"/>
                <a:ea typeface="Palatino Linotype"/>
                <a:cs typeface="Palatino Linotype"/>
                <a:sym typeface="Palatino Linotype"/>
              </a:rPr>
              <a:t>Department of Computer and Electrical Engineering and Computer Science</a:t>
            </a:r>
            <a:endParaRPr sz="800">
              <a:solidFill>
                <a:schemeClr val="dk1"/>
              </a:solidFill>
              <a:latin typeface="Calibri"/>
              <a:ea typeface="Calibri"/>
              <a:cs typeface="Calibri"/>
              <a:sym typeface="Calibri"/>
            </a:endParaRPr>
          </a:p>
        </p:txBody>
      </p:sp>
      <p:pic>
        <p:nvPicPr>
          <p:cNvPr descr="Logo that says California State University Bakersfield" id="98" name="Google Shape;98;g3a388a02bbc_0_0"/>
          <p:cNvPicPr preferRelativeResize="0"/>
          <p:nvPr/>
        </p:nvPicPr>
        <p:blipFill rotWithShape="1">
          <a:blip r:embed="rId3">
            <a:alphaModFix/>
          </a:blip>
          <a:srcRect b="0" l="0" r="0" t="0"/>
          <a:stretch/>
        </p:blipFill>
        <p:spPr>
          <a:xfrm>
            <a:off x="928024" y="914404"/>
            <a:ext cx="13315554" cy="3657594"/>
          </a:xfrm>
          <a:prstGeom prst="rect">
            <a:avLst/>
          </a:prstGeom>
          <a:noFill/>
          <a:ln>
            <a:noFill/>
          </a:ln>
        </p:spPr>
      </p:pic>
      <p:sp>
        <p:nvSpPr>
          <p:cNvPr id="99" name="Google Shape;99;g3a388a02bbc_0_0"/>
          <p:cNvSpPr txBox="1"/>
          <p:nvPr/>
        </p:nvSpPr>
        <p:spPr>
          <a:xfrm>
            <a:off x="14243575" y="457200"/>
            <a:ext cx="29190300" cy="4325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500">
                <a:solidFill>
                  <a:schemeClr val="lt1"/>
                </a:solidFill>
                <a:latin typeface="Calibri"/>
                <a:ea typeface="Calibri"/>
                <a:cs typeface="Calibri"/>
                <a:sym typeface="Calibri"/>
              </a:rPr>
              <a:t>Kinetiq</a:t>
            </a:r>
            <a:endParaRPr b="1" sz="8000">
              <a:solidFill>
                <a:schemeClr val="lt1"/>
              </a:solidFill>
              <a:latin typeface="Calibri"/>
              <a:ea typeface="Calibri"/>
              <a:cs typeface="Calibri"/>
              <a:sym typeface="Calibri"/>
            </a:endParaRPr>
          </a:p>
          <a:p>
            <a:pPr indent="0" lvl="0" marL="0" marR="0" rtl="0" algn="ctr">
              <a:spcBef>
                <a:spcPts val="0"/>
              </a:spcBef>
              <a:spcAft>
                <a:spcPts val="0"/>
              </a:spcAft>
              <a:buNone/>
            </a:pPr>
            <a:r>
              <a:rPr lang="en-US" sz="8000">
                <a:solidFill>
                  <a:schemeClr val="lt1"/>
                </a:solidFill>
                <a:latin typeface="Calibri"/>
                <a:ea typeface="Calibri"/>
                <a:cs typeface="Calibri"/>
                <a:sym typeface="Calibri"/>
              </a:rPr>
              <a:t>Rajveer Khosa, Matthew Quezada, </a:t>
            </a:r>
            <a:endParaRPr sz="8000">
              <a:solidFill>
                <a:schemeClr val="lt1"/>
              </a:solidFill>
              <a:latin typeface="Calibri"/>
              <a:ea typeface="Calibri"/>
              <a:cs typeface="Calibri"/>
              <a:sym typeface="Calibri"/>
            </a:endParaRPr>
          </a:p>
          <a:p>
            <a:pPr indent="0" lvl="0" marL="0" marR="0" rtl="0" algn="ctr">
              <a:spcBef>
                <a:spcPts val="0"/>
              </a:spcBef>
              <a:spcAft>
                <a:spcPts val="0"/>
              </a:spcAft>
              <a:buNone/>
            </a:pPr>
            <a:r>
              <a:rPr lang="en-US" sz="8000">
                <a:solidFill>
                  <a:schemeClr val="lt1"/>
                </a:solidFill>
                <a:latin typeface="Calibri"/>
                <a:ea typeface="Calibri"/>
                <a:cs typeface="Calibri"/>
                <a:sym typeface="Calibri"/>
              </a:rPr>
              <a:t>Moises Gonzalez, and Oscar Rocha</a:t>
            </a:r>
            <a:endParaRPr/>
          </a:p>
        </p:txBody>
      </p:sp>
      <p:pic>
        <p:nvPicPr>
          <p:cNvPr id="100" name="Google Shape;100;g3a388a02bbc_0_0"/>
          <p:cNvPicPr preferRelativeResize="0"/>
          <p:nvPr/>
        </p:nvPicPr>
        <p:blipFill>
          <a:blip r:embed="rId4">
            <a:alphaModFix/>
          </a:blip>
          <a:stretch>
            <a:fillRect/>
          </a:stretch>
        </p:blipFill>
        <p:spPr>
          <a:xfrm>
            <a:off x="15378500" y="19116512"/>
            <a:ext cx="5993113" cy="11973089"/>
          </a:xfrm>
          <a:prstGeom prst="rect">
            <a:avLst/>
          </a:prstGeom>
          <a:noFill/>
          <a:ln cap="flat" cmpd="sng" w="12700">
            <a:solidFill>
              <a:schemeClr val="dk1"/>
            </a:solidFill>
            <a:prstDash val="solid"/>
            <a:miter lim="8000"/>
            <a:headEnd len="sm" w="sm" type="none"/>
            <a:tailEnd len="sm" w="sm" type="none"/>
          </a:ln>
        </p:spPr>
      </p:pic>
      <p:pic>
        <p:nvPicPr>
          <p:cNvPr id="101" name="Google Shape;101;g3a388a02bbc_0_0"/>
          <p:cNvPicPr preferRelativeResize="0"/>
          <p:nvPr/>
        </p:nvPicPr>
        <p:blipFill>
          <a:blip r:embed="rId5">
            <a:alphaModFix/>
          </a:blip>
          <a:stretch>
            <a:fillRect/>
          </a:stretch>
        </p:blipFill>
        <p:spPr>
          <a:xfrm>
            <a:off x="22510100" y="19116500"/>
            <a:ext cx="6031275" cy="11970770"/>
          </a:xfrm>
          <a:prstGeom prst="rect">
            <a:avLst/>
          </a:prstGeom>
          <a:noFill/>
          <a:ln cap="flat" cmpd="sng" w="12700">
            <a:solidFill>
              <a:schemeClr val="dk1"/>
            </a:solidFill>
            <a:prstDash val="solid"/>
            <a:miter lim="8000"/>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2015-03-25T04:33:25Z</dcterms:created>
  <dc:creator>Melissa Danforth</dc:creator>
</cp:coreProperties>
</file>